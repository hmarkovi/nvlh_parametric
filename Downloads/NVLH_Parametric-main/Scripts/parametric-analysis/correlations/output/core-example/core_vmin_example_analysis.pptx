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E1FF-FA0C-38F7-02A0-AB3FEE6EC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BF4AC-A05E-167A-1673-BBC1772EE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499FE-BDF3-A768-247C-0E4FDE56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14208-7DED-9297-B131-232A8B970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234BB-41A0-421E-9429-645B0176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0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2559-AF7F-6CEC-9FB3-CA66E7DB7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845CE-6376-B5D3-1135-E164F835E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2D8B3-2A37-4D7C-7F88-A1AC1BA7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10485-E520-F10C-A0E6-F758C7C5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508FC-3196-8B4D-186F-EB4B7B99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3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5B54B-9A39-0BD0-983B-1ED11BB9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4F581-0FDD-71C1-B4CA-0FFE5362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6702F-3AAC-3629-1153-AB7ED06C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E644-C418-78C9-05D6-98904076E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57877-04B6-C104-08FF-84EBA693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CBFE-58C5-7D33-BCD1-1DE2C5518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4D3E9-7A91-2A98-3487-FF55C20DEA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C8F90-A22B-ED6F-B04D-897E9F9B8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7D8FB-EDC2-F32A-4FB7-612EEBD1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23B22-FE93-1EA9-5A47-FC8E640A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6A2CE-6DA5-A130-B9F6-29A17B03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80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A94C-67B7-E2C4-733C-A1637907F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09B9C-AD01-BBB2-98FF-7AA3A4E0C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9C853-B05A-89D1-7731-F5B8951EB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834C6-0807-AAE3-A515-4598A1F7D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478A5-0193-2E8F-9AE1-FF41670A1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43EB2-D85A-6FC5-246B-A851BCC6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0CF13-D9E1-36E1-0FD4-F7C5CD42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842197-ECAF-F755-E59F-082468AB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04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FA41D-1012-C3F0-978E-D168444FF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3951B-F968-90F0-EDFF-3142EC354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87ACA-A670-21B2-3D25-9CA0B9FC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1242C-B022-321D-51A1-4DE56D6B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78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7CE60-CF21-23C1-8457-66448423F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C808E-AB8C-EBEC-B54F-6A396BF4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51405-EFDF-012F-C0BD-364AE29C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7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3F01-77F4-6C1D-2028-6691DE7A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B31ED-97ED-BDDB-45E8-58D3A1487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18D5C-2BE8-D012-7D71-F4103D291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50281-2FC9-46B6-F28D-5361C5C1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F99F6-BFEF-EA41-889C-BF2979F03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0B943-0ACE-89A1-4631-0F1AE51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4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820A-CD9D-0B84-7C5F-5A0070656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AE3D2-6A7A-03EC-AD21-1859CA44C5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A5122-4D14-66C7-F251-4D17C9E79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50F8E-C41F-49C7-4BD5-75FC889E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9181C-0FAA-A6C5-E4A5-4CC9B796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EF27F-B47B-EFAC-7960-6302791F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8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F04B3-DE67-87CB-947C-21F0DCBB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C1795-07DE-FF2E-49AA-DBC58653D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84A78-B905-AE3D-1F83-6FAE8106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0F31E-4770-9A2A-A843-DBBB873B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AC75A-BECD-BF89-7D39-C13BADF2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4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FB0CC7-B076-1554-2EBE-069C7C7DB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F8532-CB28-30D5-906C-EAF6EBB7A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C44C7-9419-1477-A48C-5AB60693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827A-1CC3-5F5A-3F02-F0B1EE86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30C33-9C90-A4B7-D1A0-9B595DEB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78938-3EF9-6CC3-765E-468318782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BA415-43DA-B459-19AD-8002311FE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303C4-D3F1-0E5A-7C22-C5FE9F3D4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F50A1-4089-4F49-9FC7-61C944A06CB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04721-B089-F594-B91B-0799EDA0B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B1532-9802-04DE-7F83-F5887DAA5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77100-3421-4F68-ABF5-73A74E2A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7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66894-3C57-0955-A5E7-5E2741F458F0}"/>
              </a:ext>
            </a:extLst>
          </p:cNvPr>
          <p:cNvSpPr txBox="1"/>
          <p:nvPr/>
        </p:nvSpPr>
        <p:spPr>
          <a:xfrm>
            <a:off x="381000" y="254000"/>
            <a:ext cx="11430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400" b="1"/>
              <a:t>Core (CR) Vmin Example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37AC35-F691-93AA-766D-6C0A0B6C9673}"/>
              </a:ext>
            </a:extLst>
          </p:cNvPr>
          <p:cNvSpPr txBox="1"/>
          <p:nvPr/>
        </p:nvSpPr>
        <p:spPr>
          <a:xfrm>
            <a:off x="508000" y="1270000"/>
            <a:ext cx="14986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Dataset: WW25 merged CSV (NVLHM66A0H30N00S623)</a:t>
            </a:r>
          </a:p>
          <a:p>
            <a:r>
              <a:rPr lang="en-US" sz="2000"/>
              <a:t>Domain example: Core (CR) -&gt; Cdie (U5)</a:t>
            </a:r>
          </a:p>
          <a:p>
            <a:r>
              <a:rPr lang="en-US" sz="2000"/>
              <a:t>X-axis: UPM_0107...U1.U5 S2T = UPM/9154</a:t>
            </a:r>
          </a:p>
          <a:p>
            <a:r>
              <a:rPr lang="en-US" sz="2000"/>
              <a:t>Filter: T0 only (DevRevStep_SORT_U1.U5 = 8PY6CVT)</a:t>
            </a:r>
          </a:p>
          <a:p>
            <a:r>
              <a:rPr lang="en-US" sz="2000"/>
              <a:t>Linear fit generated per CR frequency/core column</a:t>
            </a:r>
          </a:p>
          <a:p>
            <a:r>
              <a:rPr lang="en-US" sz="2000"/>
              <a:t>Normalized VF summary uses Vmin at U5 S2T target 0.87</a:t>
            </a:r>
          </a:p>
        </p:txBody>
      </p:sp>
    </p:spTree>
    <p:extLst>
      <p:ext uri="{BB962C8B-B14F-4D97-AF65-F5344CB8AC3E}">
        <p14:creationId xmlns:p14="http://schemas.microsoft.com/office/powerpoint/2010/main" val="395228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A6ACA-C973-6EA7-E311-83A6B613D6F7}"/>
              </a:ext>
            </a:extLst>
          </p:cNvPr>
          <p:cNvSpPr txBox="1"/>
          <p:nvPr/>
        </p:nvSpPr>
        <p:spPr>
          <a:xfrm>
            <a:off x="381000" y="254000"/>
            <a:ext cx="1524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Example: CR_1.200_2 Vmin vs U5 S2T with Linear Fit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42308-0DF6-3B80-84CF-A030A17C8E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14732000" cy="78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6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97DC5-C0C0-7273-23F9-E675342C7B7C}"/>
              </a:ext>
            </a:extLst>
          </p:cNvPr>
          <p:cNvSpPr txBox="1"/>
          <p:nvPr/>
        </p:nvSpPr>
        <p:spPr>
          <a:xfrm>
            <a:off x="381000" y="254000"/>
            <a:ext cx="1524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Core (CR) Normalized VF Curve @ U5 S2T=0.87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9E02BD-6212-A203-2D4F-70619E4317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14732000" cy="78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5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3CE1AF-5CEB-1DFA-38B5-36994681E12F}"/>
              </a:ext>
            </a:extLst>
          </p:cNvPr>
          <p:cNvSpPr txBox="1"/>
          <p:nvPr/>
        </p:nvSpPr>
        <p:spPr>
          <a:xfrm>
            <a:off x="381000" y="254000"/>
            <a:ext cx="1524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Core (CR) Summary Table (Domain, Freq, Vmin)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5EFAF4-1FDA-16CF-7878-9D6A4131D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90538"/>
              </p:ext>
            </p:extLst>
          </p:nvPr>
        </p:nvGraphicFramePr>
        <p:xfrm>
          <a:off x="508000" y="1142999"/>
          <a:ext cx="14732000" cy="73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667">
                  <a:extLst>
                    <a:ext uri="{9D8B030D-6E8A-4147-A177-3AD203B41FA5}">
                      <a16:colId xmlns:a16="http://schemas.microsoft.com/office/drawing/2014/main" val="3055381729"/>
                    </a:ext>
                  </a:extLst>
                </a:gridCol>
                <a:gridCol w="4910667">
                  <a:extLst>
                    <a:ext uri="{9D8B030D-6E8A-4147-A177-3AD203B41FA5}">
                      <a16:colId xmlns:a16="http://schemas.microsoft.com/office/drawing/2014/main" val="1175159951"/>
                    </a:ext>
                  </a:extLst>
                </a:gridCol>
                <a:gridCol w="4910667">
                  <a:extLst>
                    <a:ext uri="{9D8B030D-6E8A-4147-A177-3AD203B41FA5}">
                      <a16:colId xmlns:a16="http://schemas.microsoft.com/office/drawing/2014/main" val="3000066564"/>
                    </a:ext>
                  </a:extLst>
                </a:gridCol>
              </a:tblGrid>
              <a:tr h="920750">
                <a:tc>
                  <a:txBody>
                    <a:bodyPr/>
                    <a:lstStyle/>
                    <a:p>
                      <a:r>
                        <a:rPr lang="en-US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Freq (GHz)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03931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08955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90532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960200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33029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940526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72577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405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896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Markovits, Hodayah Hadar</dc:creator>
  <cp:lastModifiedBy>Markovits, Hodayah Hadar</cp:lastModifiedBy>
  <cp:revision>1</cp:revision>
  <dcterms:created xsi:type="dcterms:W3CDTF">2026-06-16T16:15:00Z</dcterms:created>
  <dcterms:modified xsi:type="dcterms:W3CDTF">2026-06-16T16:15:00Z</dcterms:modified>
</cp:coreProperties>
</file>