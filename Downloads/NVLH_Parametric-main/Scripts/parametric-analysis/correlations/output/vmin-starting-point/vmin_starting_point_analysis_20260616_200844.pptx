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EA06-47CC-E084-F66B-E57E4EB6B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31DCE4-B131-3EEF-3F26-AA1ED23B0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5C80F-94A3-DB5F-A34A-E3DB2960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FBF52-E647-36C8-9489-00199B99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31E74-4910-3EF2-6EAB-7451E9A2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5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2015-C5C6-3E78-8F33-A9FD752A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59306-6CF7-F2F3-EA27-46B4675C5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B6F39-64B2-5E86-9F5D-D6AD18C0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3607D-F371-7AC1-E5CD-290DD8EC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4302-60A2-B9E5-46E2-4BBDBB4F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1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93B2-B7C8-7AB6-C723-9C1A4C63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FC2FB-2C8D-14BC-1601-A7CA21028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C7E09-6518-3FF3-C594-ECBCE21B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22FB4-10E9-589F-7392-27C4BC22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186DE-ACCD-22DD-E0D6-309C7C12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8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4010-0735-D24C-8EC4-D65A3499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E0EC6-F5FE-4974-B5BF-CF7C55120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91E91-4EFA-8029-46DC-317C199D0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7533D-B335-E54B-4278-B7CDF084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00087-92EC-6F82-391F-D9B4BC9A8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7136D-D614-7C65-401D-D22967C9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6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DEE5-E018-C46D-2003-3854A374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B459E-C088-2E20-BA38-89BA6935F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AC319-2217-5B50-6E0B-BF5944DB9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79FE7-8AB9-CFDC-87E7-150713E71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0ACCD-FDFC-A482-4E75-D5EAAED1E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79CEC-F8F0-6EA3-091F-953FFC611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44D11-41A7-221F-AAD6-1E2E9328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45633-7D71-3780-EF60-E00944BA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7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6DA9-D04A-0256-EC31-55682A1E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9E0787-02DF-3506-340B-AD3A6319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9294-71DD-CBA2-4717-DD5C8181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5BF42-D9C1-A9C3-58A0-C523B982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43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40E3E-A9F3-2052-6769-EDEF8964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48895-D655-494E-36BD-71AB2E38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B9197-D0ED-F4D2-44E0-FFB370A2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66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AAC5-8D9B-18C4-6133-C166A8D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4D899-9F43-975A-851D-902EE7B3E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64FF4-EE8B-3532-BA11-76A3A57EC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B66E5-D734-BD57-7D0F-7632C3DD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9671B-0BB6-8105-2691-419390E8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B30D6-E178-3535-B4DE-DD6126799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2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0FCF-2AB4-5B25-A2A3-69CA4A8C7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B6E0F-1CD4-5D15-C297-C0AF444B0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CC354-FC88-978D-B2FB-22D9F220F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C011C-FCE6-10DD-5AE8-C3BE1DF5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364AB-313D-994A-4930-3AD24041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70D90-7E3C-030B-4117-171AF13F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0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68B5-CE96-037C-B6B4-F5F30944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C046-E9E2-AA93-D892-4B4BFF270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27384-1C66-7376-7551-1F24BBD1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66779-812A-B70C-D260-32269605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45322-4F9E-D159-E933-C3BD1818C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27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AEDEF4-9091-BE88-F788-F8B5B6F1E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F17C4-85B1-4327-6867-B6B9C7763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C2D8D-4561-4134-98A0-02869DA68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825D6-5417-4EAD-1F88-CD130B1A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B78FA-2282-A33A-22EA-B8E08077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2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7CF46-7134-DBF9-EEF1-1CF95BCB9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5E845-8F84-7E8C-9A4F-12707829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C819B-19CF-17A0-8D15-D514A3827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847B4-84C5-4F27-8F0B-FA663755964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5D674-D6AE-B848-71E1-BCF3E9F3C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58A9A-2211-1245-848B-30981323B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57845-1BF9-491F-9F57-D3F065797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0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279E47-C240-1247-953F-7E12FEDCD953}"/>
              </a:ext>
            </a:extLst>
          </p:cNvPr>
          <p:cNvSpPr txBox="1"/>
          <p:nvPr/>
        </p:nvSpPr>
        <p:spPr>
          <a:xfrm>
            <a:off x="381000" y="254000"/>
            <a:ext cx="15240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b="1"/>
              <a:t>Vmin Starting-Point Analysis (All Domains)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A50F9-E665-025C-7902-2EB0E49A50E0}"/>
              </a:ext>
            </a:extLst>
          </p:cNvPr>
          <p:cNvSpPr txBox="1"/>
          <p:nvPr/>
        </p:nvSpPr>
        <p:spPr>
          <a:xfrm>
            <a:off x="508000" y="1143000"/>
            <a:ext cx="15494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Input: R:\Products\NVL\NVL-H\Weekly Runs\Vmin_NVLHM66A0H30N00S623_WW25_2026_merged.csv</a:t>
            </a:r>
          </a:p>
          <a:p>
            <a:r>
              <a:rPr lang="en-US" sz="2000"/>
              <a:t>Rules applied:</a:t>
            </a:r>
          </a:p>
          <a:p>
            <a:r>
              <a:rPr lang="en-US" sz="2000"/>
              <a:t>1) Cdie/U5 uses UPM_0107...U1.U5 / 9154 and target 0.87 with T0 step 8PY6CVT</a:t>
            </a:r>
          </a:p>
          <a:p>
            <a:r>
              <a:rPr lang="en-US" sz="2000"/>
              <a:t>2) GT die/U4 uses TPI_UPM...U1.U4 and target 0.85 with A-step 8PQ8CVAA</a:t>
            </a:r>
          </a:p>
          <a:p>
            <a:r>
              <a:rPr lang="en-US" sz="2000"/>
              <a:t>3) Hub die/U2 uses TPI_UPM...U1.U2 and target 0.85 with A-step 8PF9CVA</a:t>
            </a:r>
          </a:p>
          <a:p>
            <a:r>
              <a:rPr lang="en-US" sz="2000"/>
              <a:t>Mapped UPSVF Vmin columns: 80</a:t>
            </a:r>
          </a:p>
          <a:p>
            <a:r>
              <a:rPr lang="en-US" sz="2000"/>
              <a:t>Domain-frequency summary rows: 63</a:t>
            </a:r>
          </a:p>
        </p:txBody>
      </p:sp>
    </p:spTree>
    <p:extLst>
      <p:ext uri="{BB962C8B-B14F-4D97-AF65-F5344CB8AC3E}">
        <p14:creationId xmlns:p14="http://schemas.microsoft.com/office/powerpoint/2010/main" val="1492168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4F2F3E-1EF9-B947-0D66-680CFC8764B8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Top Fits by R2 (N&gt;=100)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CCF27-B92D-D299-949C-504567234C6E}"/>
              </a:ext>
            </a:extLst>
          </p:cNvPr>
          <p:cNvSpPr txBox="1"/>
          <p:nvPr/>
        </p:nvSpPr>
        <p:spPr>
          <a:xfrm>
            <a:off x="508000" y="1143000"/>
            <a:ext cx="15494000" cy="32932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/>
              <a:t>Domain | Freq | Core | R2 | N | Vmin@Target</a:t>
            </a:r>
          </a:p>
          <a:p>
            <a:r>
              <a:rPr lang="en-US" sz="1600"/>
              <a:t>GT | 2.9 | 1 | 0.707 | 8882 | 0.876</a:t>
            </a:r>
          </a:p>
          <a:p>
            <a:r>
              <a:rPr lang="en-US" sz="1600"/>
              <a:t>GTVPG | 2.9 | 1 | 0.707 | 8882 | 0.876</a:t>
            </a:r>
          </a:p>
          <a:p>
            <a:r>
              <a:rPr lang="en-US" sz="1600"/>
              <a:t>SAME | 1.45 | 1 | 0.679 | 8807 | 0.897</a:t>
            </a:r>
          </a:p>
          <a:p>
            <a:r>
              <a:rPr lang="en-US" sz="1600"/>
              <a:t>SAN | 1.65 | 1 | 0.679 | 8807 | 0.897</a:t>
            </a:r>
          </a:p>
          <a:p>
            <a:r>
              <a:rPr lang="en-US" sz="1600"/>
              <a:t>SAC | 2.7 | 1 | 0.679 | 8807 | 0.897</a:t>
            </a:r>
          </a:p>
          <a:p>
            <a:r>
              <a:rPr lang="en-US" sz="1600"/>
              <a:t>SADPU | 2.5 | 1 | 0.679 | 8807 | 0.897</a:t>
            </a:r>
          </a:p>
          <a:p>
            <a:r>
              <a:rPr lang="en-US" sz="1600"/>
              <a:t>SAQ | 3.4 | 1 | 0.679 | 8807 | 0.897</a:t>
            </a:r>
          </a:p>
          <a:p>
            <a:r>
              <a:rPr lang="en-US" sz="1600"/>
              <a:t>SAVPU | 1.429 | 1 | 0.679 | 8807 | 0.897</a:t>
            </a:r>
          </a:p>
          <a:p>
            <a:r>
              <a:rPr lang="en-US" sz="1600"/>
              <a:t>SADPU | 2.2 | 1 | 0.621 | 8807 | 0.805</a:t>
            </a:r>
          </a:p>
          <a:p>
            <a:r>
              <a:rPr lang="en-US" sz="1600"/>
              <a:t>SAN | 1.5 | 1 | 0.621 | 8807 | 0.805</a:t>
            </a:r>
          </a:p>
          <a:p>
            <a:r>
              <a:rPr lang="en-US" sz="1600"/>
              <a:t>SAQ | 3 | 1 | 0.621 | 8807 | 0.805</a:t>
            </a:r>
          </a:p>
          <a:p>
            <a:r>
              <a:rPr lang="en-US" sz="1600"/>
              <a:t>SAVPU | 1.257 | 1 | 0.621 | 8807 | 0.805</a:t>
            </a:r>
          </a:p>
        </p:txBody>
      </p:sp>
    </p:spTree>
    <p:extLst>
      <p:ext uri="{BB962C8B-B14F-4D97-AF65-F5344CB8AC3E}">
        <p14:creationId xmlns:p14="http://schemas.microsoft.com/office/powerpoint/2010/main" val="345886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F3F6B1-EDE0-BB96-5B3F-2B75EF2059B2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Normalized VF Summary Table (Domain/Freq/Vmin)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F06D54-27F4-249A-574F-613EF741F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771527"/>
              </p:ext>
            </p:extLst>
          </p:nvPr>
        </p:nvGraphicFramePr>
        <p:xfrm>
          <a:off x="381000" y="1142999"/>
          <a:ext cx="15748000" cy="7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521147158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415612972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02425482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786906981"/>
                    </a:ext>
                  </a:extLst>
                </a:gridCol>
              </a:tblGrid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Freq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27295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020100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667758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514854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44768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-4.516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803522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316427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999606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088090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368694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123186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447798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478102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591737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114533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390868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333163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411696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62334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026597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576669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GTDIE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441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62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964913-27AE-21D5-6B69-76F17A96157D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AT: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3155E-E693-0EF6-9EC7-0C042FFAA0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456D47-E405-5A1A-DF30-A2DF9976EE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62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41CDB1-C8BE-239C-6EE9-FE5060C17F17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CCF: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AA03A-4317-F886-EBCE-2E62B21138D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9A08C8-F4DC-53EC-94CC-58255B83D7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25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5CE1C0-8C26-C96D-2DAA-8326AC2E2D54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CR: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A7FBD-6DA8-BC26-0756-17423B4694D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250D02-CC30-8C24-FC69-58951584FA7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7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41C3F-2864-83FF-368D-B31D21EA322D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GT: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F2BA8-A734-BCE5-88AA-71D59C9945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2C107-09C4-B467-8AEF-44FB61E3A2F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65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2F4654-5F38-5765-C760-BA6729D55D19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GTVPG: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0AD8F-795D-C673-EF65-A6593AE738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639564-8DC2-E417-81CF-7B356E6349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28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B71324-8589-ED37-64B1-4B7C79DB51D2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SAAT: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345C9-4D31-1DF6-713D-F06939D43A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E93249-6C79-6C8C-2D88-1C3D39C368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1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DC7049-22DF-7818-5C89-C5D9473D0DE1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SAC: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B436F-149E-2A99-A965-F85CCFC3A8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BEFFC8-9A2D-485E-1B14-CA62DA05AE1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8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51A27-BCAC-03DD-DADC-DF65E2915902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SACD: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BBACB-ECA1-4211-06BF-E99D8F8A55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3E3A23-BE0C-CE5D-5E40-22AC550B30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1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67340A-6D4F-30E3-4AB6-8A5456A5B83F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SADPU: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DFB44-ED3F-1CFE-91F6-52CD284416F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CCF9E0-AD69-B115-5A42-F2BB37DEA3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71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AAB6A-BE7B-0754-7565-E2B9BBD431AA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SAIOC: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4DE86-63E8-FF45-8C92-F97789EA61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9AEE38-8F27-0C49-0E56-7CC1CBD683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51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191EF8-4DB4-8F2D-BE30-235C332587F2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SAME: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19C8F-BF12-ED09-26EA-50B2D1BB5B5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F2F6EE-ED0D-B9A4-355E-9AC3426BABF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91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2037B5-BB1F-F0E0-0AEF-B6CC1C44296E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SAN: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45742-E621-5666-829E-CA855902B0D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95442E-45BC-DD8E-3EC5-A643EE5B5A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00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175368-1AB2-3444-C00D-8BEFB7FE721E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SAPS: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C7D60-CA5A-7507-2A71-A0E7C108EA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34D10A-7658-BB23-4D59-62C641E81CC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3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56781-EC11-5AF3-0079-50DE3129C33A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SAQ: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6F0BB-D96D-8B09-DFFC-56EB2BE253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453931-BBFA-D6EB-D797-F673849BF5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43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AF70E-755E-4FD0-CB43-34867A93D34B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SAVPU: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F6C66-35C8-A04A-6569-93232AA151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617391-B656-21B2-6E7F-886C4CE1C33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9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</Words>
  <Application>Microsoft Office PowerPoint</Application>
  <PresentationFormat>Widescreen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Markovits, Hodayah Hadar</dc:creator>
  <cp:lastModifiedBy>Markovits, Hodayah Hadar</cp:lastModifiedBy>
  <cp:revision>1</cp:revision>
  <dcterms:created xsi:type="dcterms:W3CDTF">2026-06-16T18:08:44Z</dcterms:created>
  <dcterms:modified xsi:type="dcterms:W3CDTF">2026-06-16T18:08:44Z</dcterms:modified>
</cp:coreProperties>
</file>