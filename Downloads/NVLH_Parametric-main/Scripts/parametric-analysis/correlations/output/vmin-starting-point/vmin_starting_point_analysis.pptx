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72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72D9A9-A16A-BD1B-CA41-EBB2177323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02437D-BBFE-B366-0C5F-F7E90443CE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17A4E-CFDB-E1FE-CA56-FE738A8014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17AFF-387A-4909-8164-E84E8FAAFD9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840E1-45DB-4706-0F7E-0382B53AD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553BAC-171C-0722-8D2A-D6B9571C2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575D-D324-4675-ABD2-D75D1C762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3279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A63B1-550D-F1DB-90E2-20C9D8436A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1C00E9-3394-4385-63AE-C972ACCB8A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C2ADF-57C5-6782-B4D8-570AA20AC2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17AFF-387A-4909-8164-E84E8FAAFD9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2C8A82-404C-942E-4FBF-45BED5E3B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8FC096-B7FF-33A9-07E7-0172B9C344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575D-D324-4675-ABD2-D75D1C762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0933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8C2C8E-4C3C-35CD-620E-72DED48208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D6D2A6-EC57-8E80-5B0B-6E6857BE49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9DB4F3-EA92-2D9C-14CA-35A1823148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17AFF-387A-4909-8164-E84E8FAAFD9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05CBD5-3B38-98E1-F950-5AF4E8EEDC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42DED-50EF-CA0A-2856-D49FBBA1E5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575D-D324-4675-ABD2-D75D1C762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96042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B4D2EA-6A3B-00B1-E804-32DFD5439B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7D936C-DC89-5182-85AC-6417F7412B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3C2651-DB7D-9A56-17F5-9AF45DDB6D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6943B6-3DB1-9C8B-B788-BCFD255E3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17AFF-387A-4909-8164-E84E8FAAFD9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2AD396-7A89-FBBE-154C-F812C29D7A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7C7DF3-EEC2-19D0-ED97-FADA40D8F4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575D-D324-4675-ABD2-D75D1C762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4475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55536-F847-1CBF-3971-1C18454D8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FEB2B1-D9A9-B43C-CAC2-2539FD8A7B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D50A78-0A6F-3FA1-026D-FA796F230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7F638D-627F-7E68-2438-F70530C09A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02A1AB-D4F8-CB61-33E3-0BC14F2FE7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8CAC67-91A4-810B-18FF-972B1B7595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17AFF-387A-4909-8164-E84E8FAAFD9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DCC0171-FC04-F936-E18A-DBC038592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B67FC89-5F1F-AD32-B293-0B11814D5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575D-D324-4675-ABD2-D75D1C762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879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2ACFC-342C-120D-6D4C-40F13C623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F427EB-8DCF-56E1-ABC5-C3778DC96E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17AFF-387A-4909-8164-E84E8FAAFD9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203071-9295-6E8B-6D24-CB3794084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6DF51D-C42A-0877-41B1-BB69462764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575D-D324-4675-ABD2-D75D1C762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1276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976DAF9-7B1A-4109-14CE-94791B9CCC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17AFF-387A-4909-8164-E84E8FAAFD9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C2FC56F-4E0C-5884-D628-8F0FDD5301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3377FA-1487-9AE6-B069-0C03E6E90A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575D-D324-4675-ABD2-D75D1C762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8453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AB4BF-BD00-D895-3DA5-6D0C2A22C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91C3D2-87FE-D36D-8ADD-A2ECD192B0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56C8B6-4E40-9F66-DE63-3A7CB6F231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E12DEB-E78F-6E26-DB5E-E7263E6A8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17AFF-387A-4909-8164-E84E8FAAFD9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49FAC-ED61-9A64-122E-E482BEE820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47DB5D-1819-871A-9BC2-8A28A3953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575D-D324-4675-ABD2-D75D1C762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7173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74DD02-AFDC-5B54-21E5-D7A4D31563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FC533EE-3C29-6F6C-3137-33376657B3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AA58FC-0C02-AA2C-BD64-854D9EED7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741B6B-8676-7F3F-8953-CDB39488F8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17AFF-387A-4909-8164-E84E8FAAFD9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6E2288-0C11-DAB9-99EE-A1B3A1B7C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F5F961-181B-A261-751D-62FB8304C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575D-D324-4675-ABD2-D75D1C762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45775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5FD04C-6750-1AEA-947E-46B7C710B9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3E1530-4F6B-BC1A-7367-850B85F2F2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0F417C-0522-48F9-84B5-51930AF9F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17AFF-387A-4909-8164-E84E8FAAFD9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445F21-635E-25EB-952A-CFE0D6E1D1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676AEA-BAC3-5F7B-E04C-A60A70E5E9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575D-D324-4675-ABD2-D75D1C762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825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01F97CF-8BB6-2BB6-9E95-83036C09DF3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BAD7D6-B902-C807-2375-CFFFA93283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89DFFA-AAFC-EA0D-33C0-7C45DDF92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17AFF-387A-4909-8164-E84E8FAAFD9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F97759-B8AA-387F-3CCD-A59A0F13F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1E3BC0-CE81-D8C6-FEF9-4570FB467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5B575D-D324-4675-ABD2-D75D1C762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016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252DFD8-8ADB-49E1-BDEB-798A7DDB2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00A042-1DA9-4383-18AC-D70302C744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798D05-DF18-6012-CF8A-36A6AFC78E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2D17AFF-387A-4909-8164-E84E8FAAFD92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0773F0-2913-CCE0-71BD-84491E464BB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CCE458-9934-9979-05E2-96CBEE00B9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5B575D-D324-4675-ABD2-D75D1C7622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5564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B080AE0-428E-01BD-AAEF-EAC51603561D}"/>
              </a:ext>
            </a:extLst>
          </p:cNvPr>
          <p:cNvSpPr txBox="1"/>
          <p:nvPr/>
        </p:nvSpPr>
        <p:spPr>
          <a:xfrm>
            <a:off x="381000" y="254000"/>
            <a:ext cx="15240000" cy="615553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400" b="1"/>
              <a:t>Vmin Starting-Point Analysis (All Domains)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56A6D8-CF2F-9B72-D4EC-4D040B9A4615}"/>
              </a:ext>
            </a:extLst>
          </p:cNvPr>
          <p:cNvSpPr txBox="1"/>
          <p:nvPr/>
        </p:nvSpPr>
        <p:spPr>
          <a:xfrm>
            <a:off x="508000" y="1143000"/>
            <a:ext cx="15494000" cy="34163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/>
              <a:t>Input: R:\Products\NVL\NVL-H\Weekly Runs\Vmin_NVLHM66A0H30N00S623_WW25_2026_merged.csv</a:t>
            </a:r>
          </a:p>
          <a:p>
            <a:r>
              <a:rPr lang="en-US"/>
              <a:t>Outlier rules:</a:t>
            </a:r>
          </a:p>
          <a:p>
            <a:r>
              <a:rPr lang="en-US"/>
              <a:t>  Vmin: 0 &lt;= Vmin &lt; 2</a:t>
            </a:r>
          </a:p>
          <a:p>
            <a:r>
              <a:rPr lang="en-US"/>
              <a:t>  UPM: median +/- 3*sigma (full population)</a:t>
            </a:r>
          </a:p>
          <a:p>
            <a:r>
              <a:rPr lang="en-US"/>
              <a:t>  Vmin excluded: 800  UPM excluded: 2505  Accepted: 571810</a:t>
            </a:r>
          </a:p>
          <a:p>
            <a:endParaRPr lang="en-US"/>
          </a:p>
          <a:p>
            <a:r>
              <a:rPr lang="en-US"/>
              <a:t>UPM bounds:</a:t>
            </a:r>
          </a:p>
          <a:p>
            <a:r>
              <a:rPr lang="en-US"/>
              <a:t>  TPI_UPM::UPM_X_SCREEN_K_START_X_X_X_X_FEM_CALC_UPM_FEM_ULVT_FULLDIE_PDK0P9_0950MV_SORT_U1.U2: [13f, 13f]</a:t>
            </a:r>
          </a:p>
          <a:p>
            <a:r>
              <a:rPr lang="en-US"/>
              <a:t>  TPI_UPM::UPM_X_SCREEN_K_START_X_X_X_X_FEM_CALC_UPM_FEM_ULVT_FULLDIE_PDK0P9_0950MV_SORT_U1.U4: [13f, 13f]</a:t>
            </a:r>
          </a:p>
          <a:p>
            <a:r>
              <a:rPr lang="en-US"/>
              <a:t>  UPM_0107_DPMH156P48ULVTINVD4_FULLDIE_0950_MED_SORT_U1.U5: [75713f, 84353f]</a:t>
            </a:r>
          </a:p>
          <a:p>
            <a:endParaRPr lang="en-US"/>
          </a:p>
          <a:p>
            <a:r>
              <a:rPr lang="en-US"/>
              <a:t>Vmin columns: 80  |  Summary rows: 63</a:t>
            </a:r>
          </a:p>
        </p:txBody>
      </p:sp>
    </p:spTree>
    <p:extLst>
      <p:ext uri="{BB962C8B-B14F-4D97-AF65-F5344CB8AC3E}">
        <p14:creationId xmlns:p14="http://schemas.microsoft.com/office/powerpoint/2010/main" val="34636355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A3A06B4-EBAC-5FF6-4FE2-26DDBF2FF81E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Top Fits by R2 (N&gt;=100)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4377E02-7DF3-5AB1-9237-95985AD3A62F}"/>
              </a:ext>
            </a:extLst>
          </p:cNvPr>
          <p:cNvSpPr txBox="1"/>
          <p:nvPr/>
        </p:nvSpPr>
        <p:spPr>
          <a:xfrm>
            <a:off x="508000" y="1143000"/>
            <a:ext cx="15494000" cy="329320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1600"/>
              <a:t>Domain | Freq | Core | R2 | N | Vmin@Target</a:t>
            </a:r>
          </a:p>
          <a:p>
            <a:r>
              <a:rPr lang="en-US" sz="1600"/>
              <a:t>GTVPG | 2.9 | 1 | 0.69 | 8822 | 0.876</a:t>
            </a:r>
          </a:p>
          <a:p>
            <a:r>
              <a:rPr lang="en-US" sz="1600"/>
              <a:t>GT | 2.9 | 1 | 0.69 | 8822 | 0.876</a:t>
            </a:r>
          </a:p>
          <a:p>
            <a:r>
              <a:rPr lang="en-US" sz="1600"/>
              <a:t>CR | 4.5 | 1 | 0.68 | 8823 | 0.96</a:t>
            </a:r>
          </a:p>
          <a:p>
            <a:r>
              <a:rPr lang="en-US" sz="1600"/>
              <a:t>SADPU | 2.5 | 1 | 0.676 | 8793 | 0.897</a:t>
            </a:r>
          </a:p>
          <a:p>
            <a:r>
              <a:rPr lang="en-US" sz="1600"/>
              <a:t>SAQ | 3.4 | 1 | 0.676 | 8793 | 0.897</a:t>
            </a:r>
          </a:p>
          <a:p>
            <a:r>
              <a:rPr lang="en-US" sz="1600"/>
              <a:t>SAME | 1.45 | 1 | 0.676 | 8793 | 0.897</a:t>
            </a:r>
          </a:p>
          <a:p>
            <a:r>
              <a:rPr lang="en-US" sz="1600"/>
              <a:t>SAC | 2.7 | 1 | 0.676 | 8793 | 0.897</a:t>
            </a:r>
          </a:p>
          <a:p>
            <a:r>
              <a:rPr lang="en-US" sz="1600"/>
              <a:t>SAN | 1.65 | 1 | 0.676 | 8793 | 0.897</a:t>
            </a:r>
          </a:p>
          <a:p>
            <a:r>
              <a:rPr lang="en-US" sz="1600"/>
              <a:t>SAVPU | 1.429 | 1 | 0.676 | 8793 | 0.897</a:t>
            </a:r>
          </a:p>
          <a:p>
            <a:r>
              <a:rPr lang="en-US" sz="1600"/>
              <a:t>AT | 3.6 | 1 | 0.67 | 8756 | 0.859</a:t>
            </a:r>
          </a:p>
          <a:p>
            <a:r>
              <a:rPr lang="en-US" sz="1600"/>
              <a:t>AT | 3.6 | 2 | 0.638 | 8733 | 0.86</a:t>
            </a:r>
          </a:p>
          <a:p>
            <a:r>
              <a:rPr lang="en-US" sz="1600"/>
              <a:t>CR | 4.1 | 1 | 0.626 | 8823 | 0.852</a:t>
            </a:r>
          </a:p>
        </p:txBody>
      </p:sp>
    </p:spTree>
    <p:extLst>
      <p:ext uri="{BB962C8B-B14F-4D97-AF65-F5344CB8AC3E}">
        <p14:creationId xmlns:p14="http://schemas.microsoft.com/office/powerpoint/2010/main" val="3975990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8F4842-E73D-99A4-F94E-C99984CBB0DE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Normalized VF Summary Table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3AE3E27-A996-A5EC-4DE7-CDC677804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384813"/>
              </p:ext>
            </p:extLst>
          </p:nvPr>
        </p:nvGraphicFramePr>
        <p:xfrm>
          <a:off x="381000" y="1142999"/>
          <a:ext cx="15748000" cy="76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7000">
                  <a:extLst>
                    <a:ext uri="{9D8B030D-6E8A-4147-A177-3AD203B41FA5}">
                      <a16:colId xmlns:a16="http://schemas.microsoft.com/office/drawing/2014/main" val="8463751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2145956913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3306116897"/>
                    </a:ext>
                  </a:extLst>
                </a:gridCol>
                <a:gridCol w="3937000">
                  <a:extLst>
                    <a:ext uri="{9D8B030D-6E8A-4147-A177-3AD203B41FA5}">
                      <a16:colId xmlns:a16="http://schemas.microsoft.com/office/drawing/2014/main" val="2218906743"/>
                    </a:ext>
                  </a:extLst>
                </a:gridCol>
              </a:tblGrid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Freq (GHz)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Vmin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4676188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0.473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49215931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7893692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0.774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8482620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0.859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1175106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6068141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0.992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34774309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39780993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1779407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545129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3.4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0.741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7494579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0.862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4617668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2488389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1.122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9236677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CCF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0720720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0.481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0262623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0.663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7111381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0.854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884630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0.963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442911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1.066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7707438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CDIE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1.157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472703"/>
                  </a:ext>
                </a:extLst>
              </a:tr>
              <a:tr h="346364">
                <a:tc>
                  <a:txBody>
                    <a:bodyPr/>
                    <a:lstStyle/>
                    <a:p>
                      <a:r>
                        <a:rPr lang="en-US"/>
                        <a:t>GTDIE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1.2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0.595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29497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600960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EC8A1BE-1E30-905A-E351-A9A1913FE5C4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AT: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9559A8-409E-0A83-96FE-EA47049B1486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AB92D7-51DB-19D7-DE28-07A4DCC9ED0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7760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9CF610-1D1B-2F3D-60FE-34E3A4C44B58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CCF: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9F16BC3-8523-0D10-B452-96C7F49D3373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5976B26-5651-1648-105F-27D0D3BBACE2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42306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85C62FB-D339-4696-EAFB-C77EB5D7FA2B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CR: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C3ACB08-D115-123C-FF12-981631263A78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A8B8FAC-57E8-0C41-EA9C-92F5956BE5D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2271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06F231-864D-71CA-50D4-E9AD7127D7FE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GT: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1D3CD7-1FEA-A5EF-EE66-360362C5DAD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5F1C655-6F47-8DA0-52E6-495E5AE271B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4836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FA56CA-E5B9-9773-D2AD-9C0802ECFEEE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GTVPG: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65D1429-D846-494E-6C9D-8AC6A91CB51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314495F-14A0-034B-DE95-3FDF48CE027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7088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D18F3D-6D56-B067-8221-FB73504FB223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SAAT: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62705D-CBFE-41B2-C782-D1731CB0079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6B614FE-0CD4-B2D2-6848-3CA3E90AFBF4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85820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15369A0-790A-65FC-2CFE-FB5BFC95EC45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SAC: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1389070-489E-5530-9DB4-DADF44502FBB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D3FEB33-695A-2295-514D-9E34B2181A51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070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DB18D8D-2D2C-A0D1-5521-669BB4CCC31B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SACD: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7CC34C-10D3-B5AF-8AE7-698875D9759F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66FDF90-7821-8A73-15E1-11C71A4E4748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9867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E5A888F-E2EF-BED3-2E28-5B5A58657F3A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SADPU: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677811-9CBB-E977-B13C-DFD83CEA462A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C592F55-300B-2626-F6DF-50E79CB5B37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6397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D4FD51-56D7-3BD0-DB59-5D16ED937300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SAIOC: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5AD30E5-3011-B615-475D-2E1B6E7B451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0878494-1480-5125-17A1-525DADEDB57E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286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271229F-B0DB-82FF-71E7-2805B69ADE6D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SAME: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8EF7EF-7586-D11C-9C0A-B03125C40091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E7CDBBD-8D82-A4F5-B48B-272B1D010FD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81995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B621444-0DCA-2F3B-CD57-8ABE38FEEAEA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SAN: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FF73173-5382-CD70-D4E1-DC2AE887AEC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7FD3B6-D800-BEDB-E468-33D89D3B4A7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2591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339EB5A-8979-F845-E737-699790394323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SAPS: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CE5AAE7-DF05-AFD4-FDF1-56A99823E122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E40BF9C-3634-C484-08B9-2AB2AD5B309A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8763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BEC9631-56E3-BBB6-8FD1-E6BD2B015AC5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SAQ: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569994-9545-7C5B-F5EE-FEBA81DFE00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633A328-18C3-85F0-6F5D-C788BDF22E7F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38890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CF8FE72-75D9-3204-3AFA-AA6A1E5347E9}"/>
              </a:ext>
            </a:extLst>
          </p:cNvPr>
          <p:cNvSpPr txBox="1"/>
          <p:nvPr/>
        </p:nvSpPr>
        <p:spPr>
          <a:xfrm>
            <a:off x="381000" y="254000"/>
            <a:ext cx="15240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US" sz="3000" b="1"/>
              <a:t>Domain SAVPU: VF and Vmin-vs-UPM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1C9565D-EFE9-42FC-633D-C3152E7CF349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000" y="1143000"/>
            <a:ext cx="7620000" cy="76200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9ED56C-3A83-48FC-E756-E6705FCEBF47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0" y="1143000"/>
            <a:ext cx="7620000" cy="76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83545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535</Words>
  <Application>Microsoft Office PowerPoint</Application>
  <PresentationFormat>Widescreen</PresentationFormat>
  <Paragraphs>131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Markovits, Hodayah Hadar</dc:creator>
  <cp:lastModifiedBy>Markovits, Hodayah Hadar</cp:lastModifiedBy>
  <cp:revision>1</cp:revision>
  <dcterms:created xsi:type="dcterms:W3CDTF">2026-06-17T08:21:50Z</dcterms:created>
  <dcterms:modified xsi:type="dcterms:W3CDTF">2026-06-17T08:21:50Z</dcterms:modified>
</cp:coreProperties>
</file>